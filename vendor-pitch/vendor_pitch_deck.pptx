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Partnership Program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828800" cy="4572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Selling. Start Creating.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agent handles unlimited negotiations simultaneously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focus on what you do best.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vendors spend more time selling than creating.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Boston wedding vendor: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058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50-100 inquiry emails per week during peak season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8-12 hours per booking on responses, consultations, follow-ups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only 15-20% of inquiries into bookings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80% ghost after the first quote — hours wasted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The Knot / WeddingWire $200-400/month whether they book or not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tracks holds, deposits, and cancellations in spreadsheets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F5E6E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8463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wedding you book, you waste 40+ hours on couples who never hire you.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Vendor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on, always selling, always you.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463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it up once: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pricing, packages, and price floors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negotiation style and flexibility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sweeteners and value-adds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 area, lead time, and availability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463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does the rest: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22860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qualified inquiries instantly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Negotiates within your parameters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your strengths, reviews, and partnerships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dates and manages deposit timelines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you only serious, ready-to-book couples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inquiry to booking in 4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463040"/>
            <a:ext cx="548640" cy="548640"/>
          </a:xfrm>
          <a:prstGeom prst="ellipse">
            <a:avLst/>
          </a:prstGeom>
          <a:solidFill>
            <a:srgbClr val="C4636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Tells Their Planner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want a romantic garden wedding in Boston, $35K budget, 120 guests, June 2027"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548640" cy="548640"/>
          </a:xfrm>
          <a:prstGeom prst="ellipse">
            <a:avLst/>
          </a:prstGeom>
          <a:solidFill>
            <a:srgbClr val="C4636E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 Finds You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6517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based on style, budget, location, availability, and ratings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463040"/>
            <a:ext cx="548640" cy="548640"/>
          </a:xfrm>
          <a:prstGeom prst="ellipse">
            <a:avLst/>
          </a:prstGeom>
          <a:solidFill>
            <a:srgbClr val="C4636E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Negotiates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6517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packages, counters offers, offers sweeteners — all within your rules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18320" y="1463040"/>
            <a:ext cx="548640" cy="548640"/>
          </a:xfrm>
          <a:prstGeom prst="ellipse">
            <a:avLst/>
          </a:prstGeom>
          <a:solidFill>
            <a:srgbClr val="C4636E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 the Booking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26517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reviews your website, you confirm, deposit is collected. Done.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4754880"/>
            <a:ext cx="8869680" cy="548640"/>
          </a:xfrm>
          <a:prstGeom prst="roundRect">
            <a:avLst>
              <a:gd name="adj" fmla="val 16667"/>
            </a:avLst>
          </a:prstGeom>
          <a:solidFill>
            <a:srgbClr val="F5E6E8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75488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hear about it when there's a real booking on the table.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Knot / WeddingWire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Big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$200-400/month flat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to list. Pay only on booking (5-8%)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inquiries — you 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Pre-qualified, ready to 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you can respond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instant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Simultaneous inquiries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by bandwidth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Anonymized pricing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deadlines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Couple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Couples browse listings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matches couples to you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to set up. Then it works forever.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463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Profile (10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name, location, photos, website, social links. Pre-populate from existing Knot listing.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4636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Pricing (10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Packages, price floors, seasonal pricing, deposit terms, cancellation policy.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4636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Style (5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level, max discount, tactics (add value, seasonal swaps, bundles), sweeteners.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4636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Preferences (5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754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area, travel surcharges, lead time, max events per weekend, venue partnerships.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0515600" cy="457200"/>
          </a:xfrm>
          <a:prstGeom prst="roundRect">
            <a:avLst>
              <a:gd name="adj" fmla="val 20000"/>
            </a:avLst>
          </a:prstGeom>
          <a:solidFill>
            <a:srgbClr val="F5E6E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is live. It starts receiving matched inquiries immediately.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send you couples who actually fit.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0D5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match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508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budget allocation fits your pricing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F5E6E8"/>
          </a:solidFill>
          <a:ln w="6350">
            <a:solidFill>
              <a:srgbClr val="E0D5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match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21488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date works with your lead time and availability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743200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0D5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788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788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venue is within your service radius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383280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F5E6E8"/>
          </a:solidFill>
          <a:ln w="6350">
            <a:solidFill>
              <a:srgbClr val="E0D5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429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match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34290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aesthetic preferences align with your specialties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4023360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0D5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4069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threshold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40690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meet your minimums (and you meet theirs)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846320"/>
            <a:ext cx="8869680" cy="548640"/>
          </a:xfrm>
          <a:prstGeom prst="roundRect">
            <a:avLst>
              <a:gd name="adj" fmla="val 16667"/>
            </a:avLst>
          </a:prstGeom>
          <a:solidFill>
            <a:srgbClr val="F5E6E8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84632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inquiry your agent handles is a real opportunity, not a tire-kicker.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Reputation Works For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rating system: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C4636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Ratings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 from couples who booked through The Big Day (weighted highest)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C463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Ratings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from Google, Yelp, The Knot, WeddingWire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C463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score that couples see when reviewing packages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463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062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bookings  →  more verified reviews  →  higher composite score  →  more matches  →  more bookings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Pay When You Win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2004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Founding 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for 6 months, then 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(free 1 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"Founding Vendor" (permanent)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(6 months)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($49/mo)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8912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F5E6E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4805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Vendor Program — First 50 vendors per category in Boston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8463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 for the first 6 months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"Founding Vendor" badge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premium analytics for 1 year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input into platform features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matching for 6 months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Big Day Saves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cost of acquiring a booking: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8463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Knot monthly listing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$3,600/year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time (8-12 hrs at $50/hr)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$400-600/booking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Wasted time on non-converts (80%)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~$2,000/year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annual sales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$6,000-8,000+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Big Day: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737360"/>
          <a:ext cx="48463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63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time (30 min/booking)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$25/booking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(6% on $3K 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$180/booking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 per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840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63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38404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weddings/year:  Old way = $6,000-8,000  |  The Big Day = $4,100 + 400 hours back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371600" y="4754880"/>
            <a:ext cx="8869680" cy="731520"/>
          </a:xfrm>
          <a:prstGeom prst="roundRect">
            <a:avLst>
              <a:gd name="adj" fmla="val 12500"/>
            </a:avLst>
          </a:prstGeom>
          <a:solidFill>
            <a:srgbClr val="F5E6E8"/>
          </a:solidFill>
          <a:ln/>
        </p:spPr>
      </p:sp>
      <p:sp>
        <p:nvSpPr>
          <p:cNvPr id="11" name="Text 7"/>
          <p:cNvSpPr/>
          <p:nvPr/>
        </p:nvSpPr>
        <p:spPr>
          <a:xfrm>
            <a:off x="1554480" y="47548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value isn't the money — it's the time.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400 hours are hours for design, creativity, family, or more weddings.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Local. Starting Now.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383280" cy="38404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C463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383280" cy="548640"/>
          </a:xfrm>
          <a:prstGeom prst="roundRect">
            <a:avLst/>
          </a:prstGeom>
          <a:solidFill>
            <a:srgbClr val="C463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Boston Metro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30-mile radius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founding vendors across 7 categories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Venues, caterers, photographers, florists, DJs/bands, bakeries, transport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Boston, Cambridge, North/South Shore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463040"/>
            <a:ext cx="3383280" cy="38404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C463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1463040"/>
            <a:ext cx="3383280" cy="548640"/>
          </a:xfrm>
          <a:prstGeom prst="roundRect">
            <a:avLst/>
          </a:prstGeom>
          <a:solidFill>
            <a:srgbClr val="C4636E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Cape Cod &amp; Rhode Island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extension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5603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extension of the Boston wedding market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Boston couples marry on the Cape or in Newport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463040"/>
            <a:ext cx="3383280" cy="38404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C463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463040"/>
            <a:ext cx="3383280" cy="548640"/>
          </a:xfrm>
          <a:prstGeom prst="roundRect">
            <a:avLst/>
          </a:prstGeom>
          <a:solidFill>
            <a:srgbClr val="C463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1463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Southern NH &amp; Beyond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New England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25603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 weddings, rustic venues, budget-friendly options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New England wedding market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C4636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Waitlist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one of the first 50. Shape the future of wedding vendor sales.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2011680"/>
            <a:ext cx="7040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463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21031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Vendor Benefits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 for 6 months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"Founding Vendor" badge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premium analytics for 1 year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input on platform features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44805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vendors@thebigdayapp.com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5212080"/>
            <a:ext cx="12192000" cy="731520"/>
          </a:xfrm>
          <a:prstGeom prst="rect">
            <a:avLst/>
          </a:prstGeom>
          <a:solidFill>
            <a:srgbClr val="F5E6E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521208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4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agent does the selling. You do the creating."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Big Day — Vendor Partnership Program</dc:title>
  <dc:subject>PptxGenJS Presentation</dc:subject>
  <dc:creator>The Big Day</dc:creator>
  <cp:lastModifiedBy>The Big Day</cp:lastModifiedBy>
  <cp:revision>1</cp:revision>
  <dcterms:created xsi:type="dcterms:W3CDTF">2026-04-11T18:49:04Z</dcterms:created>
  <dcterms:modified xsi:type="dcterms:W3CDTF">2026-04-11T18:49:04Z</dcterms:modified>
</cp:coreProperties>
</file>